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173736"/>
            <a:ext cx="1133856" cy="1197864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73736"/>
            <a:ext cx="777240" cy="12618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32004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00000"/>
                </a:solidFill>
              </a:defRPr>
            </a:pPr>
            <a:r>
              <a:t>Swami Keshvanand Institute of Technology, Management &amp; Gramothan, Jaipur</a:t>
            </a:r>
          </a:p>
          <a:p>
            <a:pPr algn="ctr">
              <a:defRPr sz="1300" b="1">
                <a:solidFill>
                  <a:srgbClr val="800000"/>
                </a:solidFill>
              </a:defRPr>
            </a:pPr>
            <a:r>
              <a:t>(An Autonomous Institute Affiliated to Rajasthan Technical University, Kota)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011680"/>
            <a:ext cx="8531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</a:defRPr>
            </a:pPr>
            <a:r>
              <a:t>Industrial Training</a:t>
            </a:r>
            <a:br/>
            <a:r>
              <a:t>Presentation</a:t>
            </a:r>
          </a:p>
          <a:p>
            <a:pPr algn="ctr">
              <a:spcBef>
                <a:spcPts val="1800"/>
              </a:spcBef>
              <a:defRPr sz="3200" b="1" u="sng">
                <a:solidFill>
                  <a:srgbClr val="000000"/>
                </a:solidFill>
              </a:defRPr>
            </a:pPr>
            <a:r>
              <a:t>TOPIC:  EXIM 2D HR ERP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457200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0000"/>
                </a:solidFill>
              </a:defRPr>
            </a:pPr>
            <a:r>
              <a:t>Submitted To:</a:t>
            </a:r>
          </a:p>
          <a:p>
            <a:pPr>
              <a:spcBef>
                <a:spcPts val="600"/>
              </a:spcBef>
              <a:defRPr sz="1400" b="1">
                <a:solidFill>
                  <a:srgbClr val="000000"/>
                </a:solidFill>
              </a:defRPr>
            </a:pPr>
            <a:r>
              <a:t>Name:- Dr. Meenakshi Nawal</a:t>
            </a:r>
          </a:p>
          <a:p>
            <a:pPr>
              <a:defRPr sz="1300">
                <a:solidFill>
                  <a:srgbClr val="000000"/>
                </a:solidFill>
              </a:defRPr>
            </a:pPr>
            <a:r>
              <a:t>Associate Professor</a:t>
            </a:r>
            <a:br/>
            <a:r>
              <a:t>Department of Computer Science &amp;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457200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0000"/>
                </a:solidFill>
              </a:defRPr>
            </a:pPr>
            <a:r>
              <a:t>Submitted By:</a:t>
            </a:r>
          </a:p>
          <a:p>
            <a:pPr>
              <a:spcBef>
                <a:spcPts val="600"/>
              </a:spcBef>
              <a:defRPr sz="1400" b="1">
                <a:solidFill>
                  <a:srgbClr val="000000"/>
                </a:solidFill>
              </a:defRPr>
            </a:pPr>
            <a:r>
              <a:t>Name:- Khushi Kumari</a:t>
            </a:r>
            <a:br/>
            <a:r>
              <a:t>Name:- Lakshay Chanwariya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Department of Computer Science &amp; Engineering</a:t>
            </a:r>
            <a:br/>
            <a:r>
              <a:t>SKIT, Jaipur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173736"/>
            <a:ext cx="1133856" cy="119786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58568" y="219456"/>
            <a:ext cx="9418320" cy="62179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Index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65836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SKIT, JAIPUR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65836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www.skit.ac.in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188720"/>
            <a:ext cx="7772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</a:defRPr>
            </a:pPr>
            <a:r>
              <a:t>1.  Company Introduction</a:t>
            </a:r>
          </a:p>
          <a:p>
            <a:pPr>
              <a:spcBef>
                <a:spcPts val="1600"/>
              </a:spcBef>
              <a:defRPr sz="2000" b="1">
                <a:solidFill>
                  <a:srgbClr val="000000"/>
                </a:solidFill>
              </a:defRPr>
            </a:pPr>
            <a:r>
              <a:t>2.  Certificate</a:t>
            </a:r>
          </a:p>
          <a:p>
            <a:pPr>
              <a:spcBef>
                <a:spcPts val="1600"/>
              </a:spcBef>
              <a:defRPr sz="2000" b="1">
                <a:solidFill>
                  <a:srgbClr val="000000"/>
                </a:solidFill>
              </a:defRPr>
            </a:pPr>
            <a:r>
              <a:t>3.  Technology Used</a:t>
            </a:r>
          </a:p>
          <a:p>
            <a:pPr>
              <a:spcBef>
                <a:spcPts val="1600"/>
              </a:spcBef>
              <a:defRPr sz="2000" b="1">
                <a:solidFill>
                  <a:srgbClr val="000000"/>
                </a:solidFill>
              </a:defRPr>
            </a:pPr>
            <a:r>
              <a:t>4.  Goal of Training</a:t>
            </a:r>
          </a:p>
          <a:p>
            <a:pPr>
              <a:spcBef>
                <a:spcPts val="1600"/>
              </a:spcBef>
              <a:defRPr sz="2000" b="1">
                <a:solidFill>
                  <a:srgbClr val="000000"/>
                </a:solidFill>
              </a:defRPr>
            </a:pPr>
            <a:r>
              <a:t>5.  Project Overview</a:t>
            </a:r>
          </a:p>
          <a:p>
            <a:pPr>
              <a:spcBef>
                <a:spcPts val="1600"/>
              </a:spcBef>
              <a:defRPr sz="2000" b="1">
                <a:solidFill>
                  <a:srgbClr val="000000"/>
                </a:solidFill>
              </a:defRPr>
            </a:pPr>
            <a:r>
              <a:t>6.  Working Project</a:t>
            </a:r>
          </a:p>
          <a:p>
            <a:pPr>
              <a:spcBef>
                <a:spcPts val="1600"/>
              </a:spcBef>
              <a:defRPr sz="2000" b="1">
                <a:solidFill>
                  <a:srgbClr val="000000"/>
                </a:solidFill>
              </a:defRPr>
            </a:pPr>
            <a:r>
              <a:t>7.  Future Scope</a:t>
            </a:r>
          </a:p>
          <a:p>
            <a:pPr>
              <a:spcBef>
                <a:spcPts val="1600"/>
              </a:spcBef>
              <a:defRPr sz="2000" b="1">
                <a:solidFill>
                  <a:srgbClr val="000000"/>
                </a:solidFill>
              </a:defRPr>
            </a:pPr>
            <a:r>
              <a:t>8. 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173736"/>
            <a:ext cx="1133856" cy="119786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58568" y="219456"/>
            <a:ext cx="9418320" cy="62179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Company 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65836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SKIT, JAIPUR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65836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www.skit.ac.in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188720"/>
            <a:ext cx="8961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00000"/>
                </a:solidFill>
              </a:defRPr>
            </a:pPr>
            <a:r>
              <a:t>Exim 2D World Traders Pvt. Ltd.</a:t>
            </a:r>
            <a:r>
              <a:rPr b="0" sz="1600">
                <a:solidFill>
                  <a:srgbClr val="000000"/>
                </a:solidFill>
              </a:rPr>
              <a:t> is a prominent international enterprise specializing in global import-export trade, maritime cargo logistics, container fleet management, and large-scale civil infrastructure projects.</a:t>
            </a:r>
          </a:p>
          <a:p>
            <a:pPr>
              <a:spcBef>
                <a:spcPts val="1800"/>
              </a:spcBef>
              <a:defRPr b="1" sz="1600">
                <a:solidFill>
                  <a:srgbClr val="000000"/>
                </a:solidFill>
              </a:defRPr>
            </a:pPr>
            <a:r>
              <a:t>Corporate Operations: </a:t>
            </a:r>
            <a:r>
              <a:rPr b="0" sz="1600">
                <a:solidFill>
                  <a:srgbClr val="000000"/>
                </a:solidFill>
              </a:rPr>
              <a:t>The company operates major logistics and field project hubs across India—including JNPT Port Mumbai, Mundra Port Gujarat, Chennai Port Hub, Kolkata Logistics Center, and Corporate Headquarters in New Delhi.</a:t>
            </a:r>
          </a:p>
          <a:p>
            <a:pPr>
              <a:spcBef>
                <a:spcPts val="1800"/>
              </a:spcBef>
              <a:defRPr b="1" sz="1600">
                <a:solidFill>
                  <a:srgbClr val="000000"/>
                </a:solidFill>
              </a:defRPr>
            </a:pPr>
            <a:r>
              <a:t>Multidisciplinary Workforce: </a:t>
            </a:r>
            <a:r>
              <a:rPr b="0" sz="1600">
                <a:solidFill>
                  <a:srgbClr val="000000"/>
                </a:solidFill>
              </a:rPr>
              <a:t>Exim 2D World Traders employs over 140+ multidisciplinary personnel comprising port logistics managers, customs clearance specialists, civil site engineers, and corporate management across timezones.</a:t>
            </a:r>
          </a:p>
          <a:p>
            <a:pPr>
              <a:spcBef>
                <a:spcPts val="1800"/>
              </a:spcBef>
              <a:defRPr b="1" sz="1600">
                <a:solidFill>
                  <a:srgbClr val="000000"/>
                </a:solidFill>
              </a:defRPr>
            </a:pPr>
            <a:r>
              <a:t>Software &amp; ERP Division: </a:t>
            </a:r>
            <a:r>
              <a:rPr b="0" sz="1600">
                <a:solidFill>
                  <a:srgbClr val="000000"/>
                </a:solidFill>
              </a:rPr>
              <a:t>The company focuses on technology adoption, digital workforce modernization, and customer satisfaction, providing a rigorous and supportive platform for learning, skill development, and professional growth in modern Web Development.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173736"/>
            <a:ext cx="1133856" cy="119786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58568" y="219456"/>
            <a:ext cx="9418320" cy="62179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Certificate - Khushi Kumari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65836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SKIT, JAIPUR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65836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www.skit.ac.in</a:t>
            </a:r>
          </a:p>
        </p:txBody>
      </p:sp>
      <p:pic>
        <p:nvPicPr>
          <p:cNvPr id="7" name="Picture 6" descr="cert_khush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1097280"/>
            <a:ext cx="7068312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173736"/>
            <a:ext cx="1133856" cy="119786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58568" y="219456"/>
            <a:ext cx="9418320" cy="62179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Certificate - Lakshay Chanwariya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65836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SKIT, JAIPUR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65836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www.skit.ac.in</a:t>
            </a:r>
          </a:p>
        </p:txBody>
      </p:sp>
      <p:pic>
        <p:nvPicPr>
          <p:cNvPr id="7" name="Picture 6" descr="cert_laksh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1097280"/>
            <a:ext cx="7068312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173736"/>
            <a:ext cx="1133856" cy="119786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58568" y="219456"/>
            <a:ext cx="9418320" cy="62179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Technology Stack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65836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SKIT, JAIPUR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65836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www.skit.ac.in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28016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700">
                <a:solidFill>
                  <a:srgbClr val="C00000"/>
                </a:solidFill>
              </a:defRPr>
            </a:pPr>
            <a:r>
              <a:t>•  Frontend Architecture:</a:t>
            </a:r>
            <a:r>
              <a:rPr b="0" sz="1600">
                <a:solidFill>
                  <a:srgbClr val="000000"/>
                </a:solidFill>
              </a:rPr>
              <a:t> React 19, Vite 8, Tailwind CSS v4, Framer Motion 12, Recharts 3, React Router v7.</a:t>
            </a:r>
          </a:p>
          <a:p>
            <a:pPr>
              <a:spcBef>
                <a:spcPts val="1800"/>
              </a:spcBef>
              <a:defRPr b="1" sz="1700">
                <a:solidFill>
                  <a:srgbClr val="C00000"/>
                </a:solidFill>
              </a:defRPr>
            </a:pPr>
            <a:r>
              <a:t>•  Backend Services:</a:t>
            </a:r>
            <a:r>
              <a:rPr b="0" sz="1600">
                <a:solidFill>
                  <a:srgbClr val="000000"/>
                </a:solidFill>
              </a:rPr>
              <a:t> Node.js, Express.js RESTful API framework, Axios HTTP Client.</a:t>
            </a:r>
          </a:p>
          <a:p>
            <a:pPr>
              <a:spcBef>
                <a:spcPts val="1800"/>
              </a:spcBef>
              <a:defRPr b="1" sz="1700">
                <a:solidFill>
                  <a:srgbClr val="C00000"/>
                </a:solidFill>
              </a:defRPr>
            </a:pPr>
            <a:r>
              <a:t>•  Database &amp; Ingestion:</a:t>
            </a:r>
            <a:r>
              <a:rPr b="0" sz="1600">
                <a:solidFill>
                  <a:srgbClr val="000000"/>
                </a:solidFill>
              </a:rPr>
              <a:t> MongoDB (NoSQL), Mongoose ODM, CSV/JSON Seeding Pipeline (seedData.js).</a:t>
            </a:r>
          </a:p>
          <a:p>
            <a:pPr>
              <a:spcBef>
                <a:spcPts val="1800"/>
              </a:spcBef>
              <a:defRPr b="1" sz="1700">
                <a:solidFill>
                  <a:srgbClr val="C00000"/>
                </a:solidFill>
              </a:defRPr>
            </a:pPr>
            <a:r>
              <a:t>•  Security &amp; Authentication:</a:t>
            </a:r>
            <a:r>
              <a:rPr b="0" sz="1600">
                <a:solidFill>
                  <a:srgbClr val="000000"/>
                </a:solidFill>
              </a:rPr>
              <a:t> Stateless JWT (JSON Web Tokens), bcrypt hashing, Role-Based Access Control (RBAC).</a:t>
            </a:r>
          </a:p>
          <a:p>
            <a:pPr>
              <a:spcBef>
                <a:spcPts val="1800"/>
              </a:spcBef>
              <a:defRPr b="1" sz="1700">
                <a:solidFill>
                  <a:srgbClr val="C00000"/>
                </a:solidFill>
              </a:defRPr>
            </a:pPr>
            <a:r>
              <a:t>•  AI &amp; Intelligent Copilot:</a:t>
            </a:r>
            <a:r>
              <a:rPr b="0" sz="1600">
                <a:solidFill>
                  <a:srgbClr val="000000"/>
                </a:solidFill>
              </a:rPr>
              <a:t> EXIM-AI Contextual Engine, Natural Language Intent Parser, Deep-Link Action Dispatcher.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173736"/>
            <a:ext cx="1133856" cy="119786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58568" y="219456"/>
            <a:ext cx="9418320" cy="62179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Goal Of 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65836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SKIT, JAIPUR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65836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www.skit.ac.in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097280"/>
            <a:ext cx="93268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00000"/>
                </a:solidFill>
              </a:defRPr>
            </a:pPr>
            <a:r>
              <a:t>1. To gain hands-on experience with full-stack web development</a:t>
            </a:r>
            <a:r>
              <a:rPr b="0" sz="1400">
                <a:solidFill>
                  <a:srgbClr val="000000"/>
                </a:solidFill>
              </a:rPr>
              <a:t> using modern decoupled architectures (React 19, Node.js, Express.js, MongoDB).</a:t>
            </a:r>
          </a:p>
          <a:p>
            <a:pPr>
              <a:spcBef>
                <a:spcPts val="1400"/>
              </a:spcBef>
              <a:defRPr b="1" sz="1500">
                <a:solidFill>
                  <a:srgbClr val="000000"/>
                </a:solidFill>
              </a:defRPr>
            </a:pPr>
            <a:r>
              <a:t>2. To learn end-to-end enterprise project development,</a:t>
            </a:r>
            <a:r>
              <a:rPr b="0" sz="1400">
                <a:solidFill>
                  <a:srgbClr val="000000"/>
                </a:solidFill>
              </a:rPr>
              <a:t> including shift biometrics, role-based workflows, and secure APIs using JWT and RBAC.</a:t>
            </a:r>
          </a:p>
          <a:p>
            <a:pPr>
              <a:spcBef>
                <a:spcPts val="1400"/>
              </a:spcBef>
              <a:defRPr b="1" sz="1500">
                <a:solidFill>
                  <a:srgbClr val="000000"/>
                </a:solidFill>
              </a:defRPr>
            </a:pPr>
            <a:r>
              <a:t>3. To design and implement a Dual-Persona portal</a:t>
            </a:r>
            <a:r>
              <a:rPr b="0" sz="1400">
                <a:solidFill>
                  <a:srgbClr val="000000"/>
                </a:solidFill>
              </a:rPr>
              <a:t> separating Executive HR management and Staff Self-Service (ESS) within a single SPA.</a:t>
            </a:r>
          </a:p>
          <a:p>
            <a:pPr>
              <a:spcBef>
                <a:spcPts val="1400"/>
              </a:spcBef>
              <a:defRPr b="1" sz="1500">
                <a:solidFill>
                  <a:srgbClr val="000000"/>
                </a:solidFill>
              </a:defRPr>
            </a:pPr>
            <a:r>
              <a:t>4. To develop professional skills</a:t>
            </a:r>
            <a:r>
              <a:rPr b="0" sz="1400">
                <a:solidFill>
                  <a:srgbClr val="000000"/>
                </a:solidFill>
              </a:rPr>
              <a:t> such as effective teamwork, communication, and collaboration in an industrial project environment.</a:t>
            </a:r>
          </a:p>
          <a:p>
            <a:pPr>
              <a:spcBef>
                <a:spcPts val="1400"/>
              </a:spcBef>
              <a:defRPr b="1" sz="1500">
                <a:solidFill>
                  <a:srgbClr val="000000"/>
                </a:solidFill>
              </a:defRPr>
            </a:pPr>
            <a:r>
              <a:t>5. To strengthen expertise in version control (Git &amp; GitHub), API testing, and deployment workflows</a:t>
            </a:r>
            <a:r>
              <a:rPr b="0" sz="1400">
                <a:solidFill>
                  <a:srgbClr val="000000"/>
                </a:solidFill>
              </a:rPr>
              <a:t> while applying all skills to build EXIM 2D HR ERP platform.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173736"/>
            <a:ext cx="1133856" cy="119786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58568" y="219456"/>
            <a:ext cx="9418320" cy="62179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EXIM 2D HR ERP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65836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SKIT, JAIPUR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65836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www.skit.ac.in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188720"/>
            <a:ext cx="93268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00000"/>
                </a:solidFill>
              </a:defRPr>
            </a:pPr>
            <a:r>
              <a:t>The EXIM 2D HR ERP Platform</a:t>
            </a:r>
            <a:r>
              <a:rPr b="0" sz="1500">
                <a:solidFill>
                  <a:srgbClr val="000000"/>
                </a:solidFill>
              </a:rPr>
              <a:t> is an enterprise-grade full-stack web application developed for Exim 2D World Traders Pvt. Ltd. to streamline workforce governance across international shipping ports, civil infrastructure sites, and corporate offices.</a:t>
            </a:r>
          </a:p>
          <a:p>
            <a:pPr>
              <a:spcBef>
                <a:spcPts val="1600"/>
              </a:spcBef>
              <a:defRPr b="1" sz="1500">
                <a:solidFill>
                  <a:srgbClr val="000000"/>
                </a:solidFill>
              </a:defRPr>
            </a:pPr>
            <a:r>
              <a:t>Dual-Persona Portal Architecture: </a:t>
            </a:r>
            <a:r>
              <a:rPr b="0" sz="1500">
                <a:solidFill>
                  <a:srgbClr val="000000"/>
                </a:solidFill>
              </a:rPr>
              <a:t>It operates on a decoupled architecture combining an Executive HR Command Center (for real-time KPI monitoring, biometric shift logs, payroll disbursements, and department management) with an Employee Self-Service (ESS) Portal (for shift clock-in, leave balances, and digital payslips).</a:t>
            </a:r>
          </a:p>
          <a:p>
            <a:pPr>
              <a:spcBef>
                <a:spcPts val="1600"/>
              </a:spcBef>
              <a:defRPr b="1" sz="1500">
                <a:solidFill>
                  <a:srgbClr val="000000"/>
                </a:solidFill>
              </a:defRPr>
            </a:pPr>
            <a:r>
              <a:t>Contextual AI Copilot (EXIM-AI): </a:t>
            </a:r>
            <a:r>
              <a:rPr b="0" sz="1500">
                <a:solidFill>
                  <a:srgbClr val="000000"/>
                </a:solidFill>
              </a:rPr>
              <a:t>The platform is integrated with EXIM-AI, an intelligent conversational copilot that interprets natural language staff queries and provides automated one-click deep-link navigation actions for leaves, attendance, and port operations.</a:t>
            </a:r>
          </a:p>
          <a:p>
            <a:pPr>
              <a:spcBef>
                <a:spcPts val="1600"/>
              </a:spcBef>
              <a:defRPr b="1" sz="1500">
                <a:solidFill>
                  <a:srgbClr val="000000"/>
                </a:solidFill>
              </a:defRPr>
            </a:pPr>
            <a:r>
              <a:t>Enterprise Indian Workforce Grounding: </a:t>
            </a:r>
            <a:r>
              <a:rPr b="0" sz="1500">
                <a:solidFill>
                  <a:srgbClr val="000000"/>
                </a:solidFill>
              </a:rPr>
              <a:t>The system is populated with realistic Indian workforce data across key maritime and trade hubs—including JNPT Port Mumbai, Mundra Port Gujarat, Chennai Port, Kolkata Logistics Hub, and Delhi Headquarters.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173736"/>
            <a:ext cx="1133856" cy="119786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58568" y="219456"/>
            <a:ext cx="9418320" cy="62179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SAMPLE HR DATASET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65836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SKIT, JAIPUR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65836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www.skit.ac.in</a:t>
            </a:r>
          </a:p>
        </p:txBody>
      </p:sp>
      <p:pic>
        <p:nvPicPr>
          <p:cNvPr id="7" name="Picture 6" descr="10_sample_dataset_exc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097280"/>
            <a:ext cx="944575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173736"/>
            <a:ext cx="1133856" cy="119786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58568" y="219456"/>
            <a:ext cx="9418320" cy="62179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GATEWAY SWITCHER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65836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SKIT, JAIPUR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65836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www.skit.ac.in</a:t>
            </a:r>
          </a:p>
        </p:txBody>
      </p:sp>
      <p:pic>
        <p:nvPicPr>
          <p:cNvPr id="7" name="Picture 6" descr="01_landing_gatew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097280"/>
            <a:ext cx="944575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173736"/>
            <a:ext cx="1133856" cy="119786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58568" y="219456"/>
            <a:ext cx="9418320" cy="62179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LOGIN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65836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SKIT, JAIPUR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65836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www.skit.ac.in</a:t>
            </a:r>
          </a:p>
        </p:txBody>
      </p:sp>
      <p:pic>
        <p:nvPicPr>
          <p:cNvPr id="7" name="Picture 6" descr="02_hr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097280"/>
            <a:ext cx="944575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173736"/>
            <a:ext cx="1133856" cy="119786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58568" y="219456"/>
            <a:ext cx="9418320" cy="62179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HR DASHBOARD &amp; RADAR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65836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SKIT, JAIPUR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65836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www.skit.ac.in</a:t>
            </a:r>
          </a:p>
        </p:txBody>
      </p:sp>
      <p:pic>
        <p:nvPicPr>
          <p:cNvPr id="7" name="Picture 6" descr="03_hr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097280"/>
            <a:ext cx="944575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173736"/>
            <a:ext cx="1133856" cy="119786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58568" y="219456"/>
            <a:ext cx="9418320" cy="62179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EMPLOYEES DIRECTORY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65836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SKIT, JAIPUR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65836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www.skit.ac.in</a:t>
            </a:r>
          </a:p>
        </p:txBody>
      </p:sp>
      <p:pic>
        <p:nvPicPr>
          <p:cNvPr id="7" name="Picture 6" descr="04_employees_direc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097280"/>
            <a:ext cx="944575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173736"/>
            <a:ext cx="1133856" cy="119786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58568" y="219456"/>
            <a:ext cx="9418320" cy="62179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ATTENDANCE BIOMETRICS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65836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SKIT, JAIPUR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65836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www.skit.ac.in</a:t>
            </a:r>
          </a:p>
        </p:txBody>
      </p:sp>
      <p:pic>
        <p:nvPicPr>
          <p:cNvPr id="7" name="Picture 6" descr="05_attendance_she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097280"/>
            <a:ext cx="944575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173736"/>
            <a:ext cx="1133856" cy="119786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58568" y="219456"/>
            <a:ext cx="9418320" cy="62179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ENTERPRISE PAYROLL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65836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SKIT, JAIPUR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65836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www.skit.ac.in</a:t>
            </a:r>
          </a:p>
        </p:txBody>
      </p:sp>
      <p:pic>
        <p:nvPicPr>
          <p:cNvPr id="7" name="Picture 6" descr="06_payroll_manage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097280"/>
            <a:ext cx="944575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173736"/>
            <a:ext cx="1133856" cy="119786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58568" y="219456"/>
            <a:ext cx="9418320" cy="62179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EMPLOYEE SELF-SERVICE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65836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SKIT, JAIPUR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65836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www.skit.ac.in</a:t>
            </a:r>
          </a:p>
        </p:txBody>
      </p:sp>
      <p:pic>
        <p:nvPicPr>
          <p:cNvPr id="7" name="Picture 6" descr="07_employee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097280"/>
            <a:ext cx="944575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173736"/>
            <a:ext cx="1133856" cy="119786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58568" y="219456"/>
            <a:ext cx="9418320" cy="62179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DIGITAL PAYSLIP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65836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SKIT, JAIPUR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65836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www.skit.ac.in</a:t>
            </a:r>
          </a:p>
        </p:txBody>
      </p:sp>
      <p:pic>
        <p:nvPicPr>
          <p:cNvPr id="7" name="Picture 6" descr="08_employee_paysli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097280"/>
            <a:ext cx="944575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173736"/>
            <a:ext cx="1133856" cy="119786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58568" y="219456"/>
            <a:ext cx="9418320" cy="62179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EXIM-AI COPILOT CHATBOT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65836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SKIT, JAIPUR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65836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www.skit.ac.in</a:t>
            </a:r>
          </a:p>
        </p:txBody>
      </p:sp>
      <p:pic>
        <p:nvPicPr>
          <p:cNvPr id="7" name="Picture 6" descr="11_exim_ai_copi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097280"/>
            <a:ext cx="944575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173736"/>
            <a:ext cx="1133856" cy="119786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58568" y="219456"/>
            <a:ext cx="9418320" cy="62179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COLLEAGUE NETWORK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65836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SKIT, JAIPUR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65836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www.skit.ac.in</a:t>
            </a:r>
          </a:p>
        </p:txBody>
      </p:sp>
      <p:pic>
        <p:nvPicPr>
          <p:cNvPr id="7" name="Picture 6" descr="09_company_direc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097280"/>
            <a:ext cx="944575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173736"/>
            <a:ext cx="1133856" cy="119786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58568" y="219456"/>
            <a:ext cx="9418320" cy="62179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65836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SKIT, JAIPUR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65836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www.skit.ac.in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188720"/>
            <a:ext cx="93268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1.  Real-Time IoT Geofencing for Automated Port Punch-In.</a:t>
            </a:r>
          </a:p>
          <a:p>
            <a:pPr>
              <a:spcBef>
                <a:spcPts val="2000"/>
              </a:spcBef>
              <a:defRPr sz="1800" b="1">
                <a:solidFill>
                  <a:srgbClr val="000000"/>
                </a:solidFill>
              </a:defRPr>
            </a:pPr>
            <a:r>
              <a:t>2.  Direct Corporate Banking Gateway Integration (Automated Salary Disbursal).</a:t>
            </a:r>
          </a:p>
          <a:p>
            <a:pPr>
              <a:spcBef>
                <a:spcPts val="2000"/>
              </a:spcBef>
              <a:defRPr sz="1800" b="1">
                <a:solidFill>
                  <a:srgbClr val="000000"/>
                </a:solidFill>
              </a:defRPr>
            </a:pPr>
            <a:r>
              <a:t>3.  LLM Compliance &amp; Cross-Border Employment Contract Generation.</a:t>
            </a:r>
          </a:p>
          <a:p>
            <a:pPr>
              <a:spcBef>
                <a:spcPts val="2000"/>
              </a:spcBef>
              <a:defRPr sz="1800" b="1">
                <a:solidFill>
                  <a:srgbClr val="000000"/>
                </a:solidFill>
              </a:defRPr>
            </a:pPr>
            <a:r>
              <a:t>4.  Predictive Attrition &amp; Seasonal Workforce Absence Forecasting.</a:t>
            </a:r>
          </a:p>
          <a:p>
            <a:pPr>
              <a:spcBef>
                <a:spcPts val="2000"/>
              </a:spcBef>
              <a:defRPr sz="1800" b="1">
                <a:solidFill>
                  <a:srgbClr val="000000"/>
                </a:solidFill>
              </a:defRPr>
            </a:pPr>
            <a:r>
              <a:t>5.  Hardware Biometric Fingerprint &amp; Facial Terminal Integration.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173736"/>
            <a:ext cx="1133856" cy="119786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65836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SKIT, JAIPUR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65836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www.skit.ac.in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77440"/>
            <a:ext cx="85313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C00000"/>
                </a:solidFill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173736"/>
            <a:ext cx="1133856" cy="119786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65836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SKIT, JAIPUR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65836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www.skit.ac.in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194560"/>
            <a:ext cx="8531352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C00000"/>
                </a:solidFill>
              </a:defRPr>
            </a:pPr>
            <a:r>
              <a:t>Thank</a:t>
            </a:r>
            <a:br/>
            <a: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