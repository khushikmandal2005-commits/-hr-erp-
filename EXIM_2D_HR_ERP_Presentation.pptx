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SWAMI KESHVANAND INSTITUTE OF TECHNOLOGY, MANAGEMENT &amp; GRAMOTHAN, JAIPUR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Industrial Training &amp; Major Project Presentation</a:t>
            </a:r>
          </a:p>
          <a:p>
            <a:pPr>
              <a:spcBef>
                <a:spcPts val="1600"/>
              </a:spcBef>
              <a:defRPr sz="3000" b="1">
                <a:solidFill>
                  <a:srgbClr val="FFFFFF"/>
                </a:solidFill>
              </a:defRPr>
            </a:pPr>
            <a:r>
              <a:t>EXIM 2D World Traders</a:t>
            </a:r>
            <a:br/>
            <a:r>
              <a:t>Cloud-Native HR ERP &amp; In-App AI Copilot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846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SUBMITTED BY: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Presenter 1 (Frontend &amp; UI/UX Architecture)</a:t>
            </a:r>
            <a:br/>
            <a:r>
              <a:t>• Presenter 2 (Backend, Database Systems &amp; AI)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114800"/>
            <a:ext cx="48463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SUBMITTED TO: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Dr. Meenakshi Nawal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Associate Professor</a:t>
            </a:r>
            <a:br/>
            <a:r>
              <a:t>Department of Computer Science &amp; Engineering</a:t>
            </a:r>
            <a:br/>
            <a:r>
              <a:t>SKIT,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01.  Company &amp; Business Domain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EXIM 2D Global Trade &amp; Logistics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02.  Technology Stack Used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React 19, Node.js, Express, MongoDB, EXIM-AI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03.  Goal &amp; Objectives of Training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Enterprise Full-Stack &amp; Dual-Portal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59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04.  System Architecture &amp; Pipeline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Decoupled Client-Server &amp; Security Guards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05.  Sample Database Ingestion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Enterprise Indian Workforce Dataset (Kaggle)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06.  Executive HR Command Center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Workforce Telemetry &amp; Global Hub Radar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1460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07.  Attendance &amp; Workforce Modules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Biometric Logs, Directory &amp;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8328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08.  Employee Self-Service (ESS)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Clock-In, Quota Balances &amp; INR Payslips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51959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09.  EXIM-AI Contextual Copilot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Role-Aware Assistant &amp; Action Dispatcher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120640"/>
            <a:ext cx="5120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10.  Future Scope &amp; Conclusion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 IoT Geofencing, Banking APIs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ORGANIZATION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Company Introduction &amp; Domain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•  Company Profile: </a:t>
            </a:r>
            <a:r>
              <a:rPr b="0" sz="1300">
                <a:solidFill>
                  <a:srgbClr val="0F172A"/>
                </a:solidFill>
              </a:rPr>
              <a:t>EXIM 2D World Traders is a premier international enterprise specializing in global import-export trade, maritime cargo logistics, container fleet management, and large-scale civil infrastructure projects.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•  Key Operating Hubs: </a:t>
            </a:r>
            <a:r>
              <a:rPr b="0" sz="1300">
                <a:solidFill>
                  <a:srgbClr val="0F172A"/>
                </a:solidFill>
              </a:rPr>
              <a:t>Major maritime terminals and project divisions including JNPT Port Mumbai, Mundra Port Gujarat, Chennai Port Hub, Kolkata Logistics Hub, and Delhi Corporate Headquarters.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•  Workforce Demographics: </a:t>
            </a:r>
            <a:r>
              <a:rPr b="0" sz="1300">
                <a:solidFill>
                  <a:srgbClr val="0F172A"/>
                </a:solidFill>
              </a:rPr>
              <a:t>Over 140+ multidisciplinary personnel comprising port logistics managers, customs clearance officers, civil site engineers, heavy equipment supervisors, and finance executives.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•  Core Operational Challenge: </a:t>
            </a:r>
            <a:r>
              <a:rPr b="0" sz="1300">
                <a:solidFill>
                  <a:srgbClr val="0F172A"/>
                </a:solidFill>
              </a:rPr>
              <a:t>Manual legacy spreadsheets and disparate tools led to shift communication gaps, attendance discrepancies, delayed leave approvals, and sluggish payroll disbursal across international hubs.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•  The Strategic Solution: </a:t>
            </a:r>
            <a:r>
              <a:rPr b="0" sz="1300">
                <a:solidFill>
                  <a:srgbClr val="0F172A"/>
                </a:solidFill>
              </a:rPr>
              <a:t>Development of a unified, cloud-native HR ERP system featuring dual-persona access (Executive HR &amp; Staff ESS) combined with an integrated conversational AI Copilot (EXIM-AI).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Frontend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React 19: </a:t>
            </a:r>
            <a:r>
              <a:rPr b="0" sz="1000">
                <a:solidFill>
                  <a:srgbClr val="64748B"/>
                </a:solidFill>
              </a:rPr>
              <a:t>Modern UI library with concurrent rendering &amp; modular component architecture.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Vite 8: </a:t>
            </a:r>
            <a:r>
              <a:rPr b="0" sz="1000">
                <a:solidFill>
                  <a:srgbClr val="64748B"/>
                </a:solidFill>
              </a:rPr>
              <a:t>Next-gen lightning-fast HMR dev server and optimized production bundler.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Tailwind CSS v4: </a:t>
            </a:r>
            <a:r>
              <a:rPr b="0" sz="1000">
                <a:solidFill>
                  <a:srgbClr val="64748B"/>
                </a:solidFill>
              </a:rPr>
              <a:t>Next-generation utility-first styling with glassmorphic backdrop-blur aesthetics.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Framer Motion 12: </a:t>
            </a:r>
            <a:r>
              <a:rPr b="0" sz="1000">
                <a:solidFill>
                  <a:srgbClr val="64748B"/>
                </a:solidFill>
              </a:rPr>
              <a:t>Physics-based spring animations, ambient glowing orbs &amp; smooth modal transitions.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Recharts 3: </a:t>
            </a:r>
            <a:r>
              <a:rPr b="0" sz="1000">
                <a:solidFill>
                  <a:srgbClr val="64748B"/>
                </a:solidFill>
              </a:rPr>
              <a:t>Interactive SVG data visualizations for telemetry &amp; weekly attendance analytics.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React Router v7: </a:t>
            </a:r>
            <a:r>
              <a:rPr b="0" sz="1000">
                <a:solidFill>
                  <a:srgbClr val="64748B"/>
                </a:solidFill>
              </a:rPr>
              <a:t>Declarative client-side routing with protected route security 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B8A6"/>
                </a:solidFill>
              </a:defRPr>
            </a:pPr>
            <a:r>
              <a:t>Backend &amp; Database Systems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Node.js Runtime: </a:t>
            </a:r>
            <a:r>
              <a:rPr b="0" sz="1000">
                <a:solidFill>
                  <a:srgbClr val="64748B"/>
                </a:solidFill>
              </a:rPr>
              <a:t>Scalable asynchronous JavaScript server-side execution environment.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Express.js API: </a:t>
            </a:r>
            <a:r>
              <a:rPr b="0" sz="1000">
                <a:solidFill>
                  <a:srgbClr val="64748B"/>
                </a:solidFill>
              </a:rPr>
              <a:t>RESTful routing controllers handling authentication, payroll, and employees.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MongoDB (NoSQL): </a:t>
            </a:r>
            <a:r>
              <a:rPr b="0" sz="1000">
                <a:solidFill>
                  <a:srgbClr val="64748B"/>
                </a:solidFill>
              </a:rPr>
              <a:t>Flexible document store housing employee records, shifts, and leaves.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JWT Stateless Auth: </a:t>
            </a:r>
            <a:r>
              <a:rPr b="0" sz="1000">
                <a:solidFill>
                  <a:srgbClr val="64748B"/>
                </a:solidFill>
              </a:rPr>
              <a:t>Signed JSON Web Tokens enforcing Role-Based Access Control (RBAC).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Axios HTTP Client: </a:t>
            </a:r>
            <a:r>
              <a:rPr b="0" sz="1000">
                <a:solidFill>
                  <a:srgbClr val="64748B"/>
                </a:solidFill>
              </a:rPr>
              <a:t>Promise-based client-to-server API communication with bearer headers.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Database Seeding: </a:t>
            </a:r>
            <a:r>
              <a:rPr b="0" sz="1000">
                <a:solidFill>
                  <a:srgbClr val="64748B"/>
                </a:solidFill>
              </a:rPr>
              <a:t>Automated ingestion pipeline populating verified enterprise HR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333EA"/>
                </a:solidFill>
              </a:defRPr>
            </a:pPr>
            <a:r>
              <a:t>EXIM-AI Copilot Engine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Role-Aware Intent Classifier: </a:t>
            </a:r>
            <a:r>
              <a:rPr b="0" sz="1000">
                <a:solidFill>
                  <a:srgbClr val="64748B"/>
                </a:solidFill>
              </a:rPr>
              <a:t>Contextually distinguishes between HR Executives and Field Staff inquiries.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Conversational Interface: </a:t>
            </a:r>
            <a:r>
              <a:rPr b="0" sz="1000">
                <a:solidFill>
                  <a:srgbClr val="64748B"/>
                </a:solidFill>
              </a:rPr>
              <a:t>Instant parsing of natural language queries on leaves, shifts &amp; ports.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Deep-Linking Action Dispatcher: </a:t>
            </a:r>
            <a:r>
              <a:rPr b="0" sz="1000">
                <a:solidFill>
                  <a:srgbClr val="64748B"/>
                </a:solidFill>
              </a:rPr>
              <a:t>Dynamically injects actionable, one-click navigation CTA buttons in chat.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In-Memory Grounding: </a:t>
            </a:r>
            <a:r>
              <a:rPr b="0" sz="1000">
                <a:solidFill>
                  <a:srgbClr val="64748B"/>
                </a:solidFill>
              </a:rPr>
              <a:t>Pre-loaded with accurate domain data (port operations, leave quotas, payroll).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Sub-50ms Response: </a:t>
            </a:r>
            <a:r>
              <a:rPr b="0" sz="1000">
                <a:solidFill>
                  <a:srgbClr val="64748B"/>
                </a:solidFill>
              </a:rPr>
              <a:t>High-speed client-side intent execution delivering zero-latency assistance.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Goal &amp; Core Objectives of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01.  Hands-on Full-Stack Web Mastery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Develop real-world proficiency in engineering production-grade web platforms using modern decoupled architectures (React 19 + Node.js/Express + MongoDB).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02.  Dual-Persona Enterprise Workflows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Architect and isolate secure, role-specific user journeys for Executive HR governance and Employee Self-Service (ESS) within a single Single Page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03.  Multi-Hub Data Modeling &amp; Ingestion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Learn end-to-end data pipelines: transforming raw multi-location CSV datasets (JNPT Mumbai, Mundra Gujarat, Delhi HQ) into structured MongoDB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59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04.  Intelligent Conversational Assistance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Conceptualize, build, and deploy an in-app AI Copilot (EXIM-AI) capable of parsing user queries and deep-linking directly to target application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05.  Engineering Best Practices &amp; Git Workflow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Strengthen professional engineering habits—including Git branching, code reviews, version control, and GitHub repository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Pipeline &amp; Decoupled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Presentation Layer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React 19 + Vite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Role-switched SPA on Port 5173 rendering Executive HR and ESS portals with Tailwind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Security &amp; Guard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JWT Route Protection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Interception of protected routes via useAuth hook verifying stateless bearer token &amp;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REST API Controllers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Express.js Services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Asynchronous endpoints handling auth, employee rosters, biometric logs &amp; payroll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Data Persistence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MongoDB Collections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NoSQL document storage housing 140+ ingested records of staff, attendance &amp; leave quotas.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Context AI Copilot</a:t>
            </a:r>
          </a:p>
          <a:p>
            <a:pPr>
              <a:spcBef>
                <a:spcPts val="600"/>
              </a:spcBef>
              <a:defRPr sz="1100" b="1">
                <a:solidFill>
                  <a:srgbClr val="2563EB"/>
                </a:solidFill>
              </a:defRPr>
            </a:pPr>
            <a:r>
              <a:t>EXIM-AI Bridge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In-app natural language engine resolving queries with instant deep-link navigation shortcuts.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DATABASE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Sample HR Dataset Ingestion (Excel 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10_sample_dataset_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Verified Enterprise Source: </a:t>
            </a:r>
            <a:r>
              <a:rPr b="0" sz="1000">
                <a:solidFill>
                  <a:srgbClr val="64748B"/>
                </a:solidFill>
              </a:rPr>
              <a:t>Standard enterprise HR &amp; trade logistics dataset sourced from Kaggle repository.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Indian Workforce Grounding: </a:t>
            </a:r>
            <a:r>
              <a:rPr b="0" sz="1000">
                <a:solidFill>
                  <a:srgbClr val="64748B"/>
                </a:solidFill>
              </a:rPr>
              <a:t>140+ structured records featuring Indian personnel (Aarav Sharma, Priya Patel, Amitabh Verma, Neha Gupta).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National Trade Hubs: </a:t>
            </a:r>
            <a:r>
              <a:rPr b="0" sz="1000">
                <a:solidFill>
                  <a:srgbClr val="64748B"/>
                </a:solidFill>
              </a:rPr>
              <a:t>Personnel mapped across JNPT Mumbai, Mundra Gujarat, Chennai Port, Kolkata Hub &amp; Delhi HQ.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Automated Database Seeding: </a:t>
            </a:r>
            <a:r>
              <a:rPr b="0" sz="1000">
                <a:solidFill>
                  <a:srgbClr val="64748B"/>
                </a:solidFill>
              </a:rPr>
              <a:t>Transformed and ingested into MongoDB Atlas collections via custom seedData.js pipeline.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INR Payroll &amp; Metric Realism: </a:t>
            </a:r>
            <a:r>
              <a:rPr b="0" sz="1000">
                <a:solidFill>
                  <a:srgbClr val="64748B"/>
                </a:solidFill>
              </a:rPr>
              <a:t>Includes gross monthly salaries (INR), leave quotas, shift timings &amp; biometric punctuality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FRONTEND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Dual Gateway &amp; Role-Based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1_landing_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Gateway Selector: </a:t>
            </a:r>
            <a:r>
              <a:rPr b="0" sz="1000">
                <a:solidFill>
                  <a:srgbClr val="64748B"/>
                </a:solidFill>
              </a:rPr>
              <a:t>Intuitive home portal allowing personnel to route to Executive HR or Employee Self-Service.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Modern Glassmorphism: </a:t>
            </a:r>
            <a:r>
              <a:rPr b="0" sz="1000">
                <a:solidFill>
                  <a:srgbClr val="64748B"/>
                </a:solidFill>
              </a:rPr>
              <a:t>Built with Tailwind CSS v4 featuring translucent frosted surfaces and ambient orbs.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Credential Verification: </a:t>
            </a:r>
            <a:r>
              <a:rPr b="0" sz="1000">
                <a:solidFill>
                  <a:srgbClr val="64748B"/>
                </a:solidFill>
              </a:rPr>
              <a:t>Client-side validation with real-time error feedback and show/hide password toggles.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Stateless Session Token: </a:t>
            </a:r>
            <a:r>
              <a:rPr b="0" sz="1000">
                <a:solidFill>
                  <a:srgbClr val="64748B"/>
                </a:solidFill>
              </a:rPr>
              <a:t>Upon successful login, a cryptographic JWT token and userRole are initialized in localStorage.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Smooth Micro-Interactions: </a:t>
            </a:r>
            <a:r>
              <a:rPr b="0" sz="1000">
                <a:solidFill>
                  <a:srgbClr val="64748B"/>
                </a:solidFill>
              </a:rPr>
              <a:t>Fluid card hover and click physics powered by Framer Motion 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HR Command Center &amp; 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3_h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Live Workforce Telemetry: </a:t>
            </a:r>
            <a:r>
              <a:rPr b="0" sz="1000">
                <a:solidFill>
                  <a:srgbClr val="64748B"/>
                </a:solidFill>
              </a:rPr>
              <a:t>Real-time counters for Total Workforce (142), Present on Site (90.1%), and Leaves (9).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National Site Hub Radar: </a:t>
            </a:r>
            <a:r>
              <a:rPr b="0" sz="1000">
                <a:solidFill>
                  <a:srgbClr val="64748B"/>
                </a:solidFill>
              </a:rPr>
              <a:t>Monitors live weather, vessel dockings, and biometrics across JNPT, Mundra, Delhi HQ &amp; Expressway.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Interactive Recharts SVG: </a:t>
            </a:r>
            <a:r>
              <a:rPr b="0" sz="1000">
                <a:solidFill>
                  <a:srgbClr val="64748B"/>
                </a:solidFill>
              </a:rPr>
              <a:t>Weekly attendance trends and departmental headcounts visualized with responsive SVG graphs.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One-Click Quick Actions: </a:t>
            </a:r>
            <a:r>
              <a:rPr b="0" sz="1000">
                <a:solidFill>
                  <a:srgbClr val="64748B"/>
                </a:solidFill>
              </a:rPr>
              <a:t>Direct shortcuts to onboard employees, mark biometrics, approve leaves, and disburse payroll.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Responsive Collapse: </a:t>
            </a:r>
            <a:r>
              <a:rPr b="0" sz="1000">
                <a:solidFill>
                  <a:srgbClr val="64748B"/>
                </a:solidFill>
              </a:rPr>
              <a:t>Dynamic sidebar supporting desktop collapse and mobile drawer transformation.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Workforce Directory &amp; Onboarding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4_employees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Multi-Criteria Search: </a:t>
            </a:r>
            <a:r>
              <a:rPr b="0" sz="1000">
                <a:solidFill>
                  <a:srgbClr val="64748B"/>
                </a:solidFill>
              </a:rPr>
              <a:t>Instant keyword search across employee names, designations, and department tags.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Department Filtering: </a:t>
            </a:r>
            <a:r>
              <a:rPr b="0" sz="1000">
                <a:solidFill>
                  <a:srgbClr val="64748B"/>
                </a:solidFill>
              </a:rPr>
              <a:t>Dynamic filter tabs for Logistics, Civil Infrastructure, Global Trade, IT &amp; Finance.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Grid &amp; Table View Switcher: </a:t>
            </a:r>
            <a:r>
              <a:rPr b="0" sz="1000">
                <a:solidFill>
                  <a:srgbClr val="64748B"/>
                </a:solidFill>
              </a:rPr>
              <a:t>Seamless toggle between visual profile cards and compact enterprise tabular rows.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Employee Status Indicators: </a:t>
            </a:r>
            <a:r>
              <a:rPr b="0" sz="1000">
                <a:solidFill>
                  <a:srgbClr val="64748B"/>
                </a:solidFill>
              </a:rPr>
              <a:t>Visual badge chips displaying Active, On Leave, and Probationary states.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New Employee Onboarding: </a:t>
            </a:r>
            <a:r>
              <a:rPr b="0" sz="1000">
                <a:solidFill>
                  <a:srgbClr val="64748B"/>
                </a:solidFill>
              </a:rPr>
              <a:t>Interactive modal form with real-time validation to register incoming field engineers.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WORKFORCE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Biometric Attendance &amp; Shift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5_attendance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Biometric Clock Logs: </a:t>
            </a:r>
            <a:r>
              <a:rPr b="0" sz="1000">
                <a:solidFill>
                  <a:srgbClr val="64748B"/>
                </a:solidFill>
              </a:rPr>
              <a:t>Accurate records of morning, evening, and field shifts across maritime terminals.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Punctuality Monitoring: </a:t>
            </a:r>
            <a:r>
              <a:rPr b="0" sz="1000">
                <a:solidFill>
                  <a:srgbClr val="64748B"/>
                </a:solidFill>
              </a:rPr>
              <a:t>Automatic tagging of On-Time and Late check-ins with exact hours logged.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Field Terminal Sync: </a:t>
            </a:r>
            <a:r>
              <a:rPr b="0" sz="1000">
                <a:solidFill>
                  <a:srgbClr val="64748B"/>
                </a:solidFill>
              </a:rPr>
              <a:t>Simulated hardware sync capturing arrivals at JNPT Port, Mundra, and Delhi Expressway.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Interactive Manual Check-In: </a:t>
            </a:r>
            <a:r>
              <a:rPr b="0" sz="1000">
                <a:solidFill>
                  <a:srgbClr val="64748B"/>
                </a:solidFill>
              </a:rPr>
              <a:t>Modal interface enabling supervisors to manually log field staff clock-ins with timestamps.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Data Export Readiness: </a:t>
            </a:r>
            <a:r>
              <a:rPr b="0" sz="1000">
                <a:solidFill>
                  <a:srgbClr val="64748B"/>
                </a:solidFill>
              </a:rPr>
              <a:t>One-click export capability preparing attendance reports for monthly payroll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FINANCIAL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Payroll &amp; INR Disbursal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6_payro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Indian Rupee (INR) Base: </a:t>
            </a:r>
            <a:r>
              <a:rPr b="0" sz="1000">
                <a:solidFill>
                  <a:srgbClr val="64748B"/>
                </a:solidFill>
              </a:rPr>
              <a:t>Calculated on a total monthly workforce payroll outflow exceeding ₹2.07 Crores.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Statutory Tax Compliance: </a:t>
            </a:r>
            <a:r>
              <a:rPr b="0" sz="1000">
                <a:solidFill>
                  <a:srgbClr val="64748B"/>
                </a:solidFill>
              </a:rPr>
              <a:t>Automated computation of EPF, ESI, professional tax, and standard deductions.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One-Click Batch Disbursal: </a:t>
            </a:r>
            <a:r>
              <a:rPr b="0" sz="1000">
                <a:solidFill>
                  <a:srgbClr val="64748B"/>
                </a:solidFill>
              </a:rPr>
              <a:t>Simulated bulk bank transfer triggering instantaneous salary credits to 142 personnel.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Global Currency Switcher: </a:t>
            </a:r>
            <a:r>
              <a:rPr b="0" sz="1000">
                <a:solidFill>
                  <a:srgbClr val="64748B"/>
                </a:solidFill>
              </a:rPr>
              <a:t>Built-in multi-currency conversion supporting INR, USD, EUR, SGD, and AED.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Expense Claims Tracker: </a:t>
            </a:r>
            <a:r>
              <a:rPr b="0" sz="1000">
                <a:solidFill>
                  <a:srgbClr val="64748B"/>
                </a:solidFill>
              </a:rPr>
              <a:t>Live monitoring of pending travel and site reimbursement claims awaiting HR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STAFF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Employee Self-Service (ESS)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7_employe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Personalized Dashboard: </a:t>
            </a:r>
            <a:r>
              <a:rPr b="0" sz="1000">
                <a:solidFill>
                  <a:srgbClr val="64748B"/>
                </a:solidFill>
              </a:rPr>
              <a:t>Greets authenticated staff (e.g., Aarav Sharma - EX-101) with their role and unit overview.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One-Click Shift Clock-In: </a:t>
            </a:r>
            <a:r>
              <a:rPr b="0" sz="1000">
                <a:solidFill>
                  <a:srgbClr val="64748B"/>
                </a:solidFill>
              </a:rPr>
              <a:t>Enables workers to record daily shift start and end times with automated clock stamps.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Leave Quota Tracker: </a:t>
            </a:r>
            <a:r>
              <a:rPr b="0" sz="1000">
                <a:solidFill>
                  <a:srgbClr val="64748B"/>
                </a:solidFill>
              </a:rPr>
              <a:t>Real-time visibility into remaining Annual (14), Medical (9), and Casual (4) leave quotas.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Direct Navigation Cards: </a:t>
            </a:r>
            <a:r>
              <a:rPr b="0" sz="1000">
                <a:solidFill>
                  <a:srgbClr val="64748B"/>
                </a:solidFill>
              </a:rPr>
              <a:t>Clean shortcuts to submit time-off requests, view attendance logs, and inspect payslips.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Mobile-First Responsiveness: </a:t>
            </a:r>
            <a:r>
              <a:rPr b="0" sz="1000">
                <a:solidFill>
                  <a:srgbClr val="64748B"/>
                </a:solidFill>
              </a:rPr>
              <a:t>Optimized touch targets and fluid layout tailored for field tablets and smartphones.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STAFF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Digital Payslip &amp; Compensation 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8_employee_paysl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Transparent Salary Breakdown: </a:t>
            </a:r>
            <a:r>
              <a:rPr b="0" sz="1000">
                <a:solidFill>
                  <a:srgbClr val="64748B"/>
                </a:solidFill>
              </a:rPr>
              <a:t>Itemized breakdown of Basic (₹95,000), Allowances (₹30,000), and Deductions (₹12,000).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Net Take-Home Visibility: </a:t>
            </a:r>
            <a:r>
              <a:rPr b="0" sz="1000">
                <a:solidFill>
                  <a:srgbClr val="64748B"/>
                </a:solidFill>
              </a:rPr>
              <a:t>Displays verified monthly net take-home salary (₹1,13,000.00) disbursed via direct deposit.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Historical Archive: </a:t>
            </a:r>
            <a:r>
              <a:rPr b="0" sz="1000">
                <a:solidFill>
                  <a:srgbClr val="64748B"/>
                </a:solidFill>
              </a:rPr>
              <a:t>Four-month historical payslip timeline (July, June, May, April) for tax and loan verification.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PDF Generation Trigger: </a:t>
            </a:r>
            <a:r>
              <a:rPr b="0" sz="1000">
                <a:solidFill>
                  <a:srgbClr val="64748B"/>
                </a:solidFill>
              </a:rPr>
              <a:t>One-click simulated PDF download with instant toast confirmation alerts.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Encrypted Access: </a:t>
            </a:r>
            <a:r>
              <a:rPr b="0" sz="1000">
                <a:solidFill>
                  <a:srgbClr val="64748B"/>
                </a:solidFill>
              </a:rPr>
              <a:t>Strictly isolated through session token verification to ensure confidentiality.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EXIM-AI Contextual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11_exim_ai_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Role-Aware Intelligence: </a:t>
            </a:r>
            <a:r>
              <a:rPr b="0" sz="1000">
                <a:solidFill>
                  <a:srgbClr val="64748B"/>
                </a:solidFill>
              </a:rPr>
              <a:t>Dynamically tailors responses: returns personal leave balances to Employees, and pending approvals to HR.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Natural Language Parsing: </a:t>
            </a:r>
            <a:r>
              <a:rPr b="0" sz="1000">
                <a:solidFill>
                  <a:srgbClr val="64748B"/>
                </a:solidFill>
              </a:rPr>
              <a:t>Accurately interprets user queries regarding leaves, salary, attendance, and port hubs.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Actionable Deep-Linking: </a:t>
            </a:r>
            <a:r>
              <a:rPr b="0" sz="1000">
                <a:solidFill>
                  <a:srgbClr val="64748B"/>
                </a:solidFill>
              </a:rPr>
              <a:t>Generates interactive CTA buttons (e.g., 'Manage Pending Leaves') for one-click navigation.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Domain Grounding: </a:t>
            </a:r>
            <a:r>
              <a:rPr b="0" sz="1000">
                <a:solidFill>
                  <a:srgbClr val="64748B"/>
                </a:solidFill>
              </a:rPr>
              <a:t>Pre-loaded with accurate Indian hub operational data (JNPT Mumbai, Mundra Gujarat, Delhi Expressway).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Floating In-App Widget: </a:t>
            </a:r>
            <a:r>
              <a:rPr b="0" sz="1000">
                <a:solidFill>
                  <a:srgbClr val="64748B"/>
                </a:solidFill>
              </a:rPr>
              <a:t>Accessible across all authenticated pages with animated open/close physics.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Company Colleague Network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pic>
        <p:nvPicPr>
          <p:cNvPr id="6" name="Picture 5" descr="09_company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459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KEY MODULE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Cross-Hub Networking: </a:t>
            </a:r>
            <a:r>
              <a:rPr b="0" sz="1000">
                <a:solidFill>
                  <a:srgbClr val="64748B"/>
                </a:solidFill>
              </a:rPr>
              <a:t>Enables employees to look up peers, site engineers, and division heads across all Indian hubs.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Direct Contact Coordinates: </a:t>
            </a:r>
            <a:r>
              <a:rPr b="0" sz="1000">
                <a:solidFill>
                  <a:srgbClr val="64748B"/>
                </a:solidFill>
              </a:rPr>
              <a:t>Surfaces verified work emails (@exim2d.in) and mobile phone numbers for field coordination.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Real-Time Filter Input: </a:t>
            </a:r>
            <a:r>
              <a:rPr b="0" sz="1000">
                <a:solidFill>
                  <a:srgbClr val="64748B"/>
                </a:solidFill>
              </a:rPr>
              <a:t>Instant debounce search filtering staff by name, department, or job role.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Department Avatar Badges: </a:t>
            </a:r>
            <a:r>
              <a:rPr b="0" sz="1000">
                <a:solidFill>
                  <a:srgbClr val="64748B"/>
                </a:solidFill>
              </a:rPr>
              <a:t>Custom color-coded avatar initials for quick visual identification.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• Security Policy Compliance: </a:t>
            </a:r>
            <a:r>
              <a:rPr b="0" sz="1000">
                <a:solidFill>
                  <a:srgbClr val="64748B"/>
                </a:solidFill>
              </a:rPr>
              <a:t>Read-only interface preventing unauthorized tampering with corporate roster records.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 &amp; Technological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SKIT, JAIPUR  |  www.skit.ac.in  |  EXIM 2D World Traders HR ERP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🚀  IoT Geofenced Punch-In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Automated GPS-backed mobile check-in logging shifts the moment workers enter container terminal perimeters.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🚀  Direct Banking API Integration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Direct integration with corporate banking gateways (NEFT/RTGS/SWIFT) for automated single-click salary disbursement.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🚀  LLM Compliance Policy Drafter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Generative AI models fine-tuned to draft customized cross-border trade contracts and occupational safety policies.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59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🚀  Predictive Attrition &amp; Absence Modeling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Machine learning forecasting algorithms predicting seasonal labor shortages prior to peak trade quarters.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🚀  Biometric Hardware Terminal Sync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Direct MQTT/WebSocket communication syncing on-site fingerprint and facial scanners at port terminals into MongoDB.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1600"/>
              </a:spcBef>
              <a:defRPr sz="1600">
                <a:solidFill>
                  <a:srgbClr val="14B8A6"/>
                </a:solidFill>
              </a:defRPr>
            </a:pPr>
            <a:r>
              <a:t>We are now open for evaluation questions and technical discussion.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Department of Computer Science &amp; Engineering</a:t>
            </a:r>
            <a:br/>
            <a:r>
              <a:t>Swami Keshvanand Institute of Technology, Management &amp; Gramothan, Jaipur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>
                <a:solidFill>
                  <a:srgbClr val="2563EB"/>
                </a:solidFill>
              </a:defRPr>
            </a:pPr>
            <a:r>
              <a:t>EXIM 2D World Traders HR ERP &amp; AI Copilot Platform</a:t>
            </a:r>
          </a:p>
          <a:p>
            <a:pPr algn="ctr">
              <a:spcBef>
                <a:spcPts val="1400"/>
              </a:spcBef>
              <a:defRPr sz="1400">
                <a:solidFill>
                  <a:srgbClr val="14B8A6"/>
                </a:solidFill>
              </a:defRPr>
            </a:pPr>
            <a:r>
              <a:t>GitHub Repository: https://github.com/khushikmandal2005-commits/-hr-erp-</a:t>
            </a:r>
          </a:p>
          <a:p>
            <a:pPr algn="ctr"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t>Presented By: [Friend's Name] &amp; [Your Name]</a:t>
            </a:r>
            <a:br/>
            <a:r>
              <a:t>SKIT, Jaipur  •  www.skit.ac.in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