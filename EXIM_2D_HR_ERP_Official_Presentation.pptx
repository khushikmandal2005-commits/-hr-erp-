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type="screen16x9" cy="6858000" cx="12192000"/>
  <p:notesSz cx="12192000" cy="6858000"/>
  <p:defaultTextStyle>
    <a:defPPr>
      <a:defRPr kern="0"/>
    </a:def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0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44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2700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1048645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46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47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89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lstStyle>
            <a:lvl1pPr>
              <a:defRPr b="1" sz="2700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1048590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1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592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54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55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56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57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58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0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604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5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06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58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x">
  <p:cSld name="Title and Tex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510225" y="176077"/>
            <a:ext cx="11171548" cy="894434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60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2334003" y="1229482"/>
            <a:ext cx="9152255" cy="4729705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2700" i="0">
                <a:solidFill>
                  <a:srgbClr val="01010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http://www.skit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object 2"/>
          <p:cNvSpPr txBox="1"/>
          <p:nvPr/>
        </p:nvSpPr>
        <p:spPr>
          <a:xfrm>
            <a:off x="8384860" y="4713393"/>
            <a:ext cx="2614930" cy="1421765"/>
          </a:xfrm>
          <a:prstGeom prst="rect"/>
        </p:spPr>
        <p:txBody>
          <a:bodyPr bIns="0" lIns="0" rIns="0" rtlCol="0" tIns="12700" vert="horz" wrap="square">
            <a:spAutoFit/>
          </a:bodyPr>
          <a:p>
            <a:r>
              <a:t>Submitted By:</a:t>
            </a:r>
          </a:p>
          <a:p>
            <a:r>
              <a:t>Name:- Khushi Kumari</a:t>
            </a:r>
          </a:p>
          <a:p>
            <a:r>
              <a:t>Name:- Lakshay Chanwariya</a:t>
            </a:r>
          </a:p>
        </p:txBody>
      </p:sp>
      <p:sp>
        <p:nvSpPr>
          <p:cNvPr id="1048585" name="object 3"/>
          <p:cNvSpPr txBox="1"/>
          <p:nvPr/>
        </p:nvSpPr>
        <p:spPr>
          <a:xfrm>
            <a:off x="1981200" y="316865"/>
            <a:ext cx="8715375" cy="915670"/>
          </a:xfrm>
          <a:prstGeom prst="rect"/>
        </p:spPr>
        <p:txBody>
          <a:bodyPr bIns="0" lIns="0" rIns="0" rtlCol="0" tIns="12700" vert="horz" wrap="square">
            <a:noAutofit/>
          </a:bodyPr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Swami</a:t>
            </a:r>
            <a:r>
              <a:rPr b="1" dirty="0" sz="2000" spc="-2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Keshvanand</a:t>
            </a:r>
            <a:r>
              <a:rPr b="1" dirty="0" sz="2000" spc="-2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b="1" dirty="0" sz="2000" spc="-2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b="1" dirty="0" sz="2000" spc="-5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 spc="-2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Technology,</a:t>
            </a:r>
            <a:r>
              <a:rPr b="1" dirty="0" sz="2000" spc="-2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b="1" dirty="0" sz="2000" spc="-1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dirty="0" sz="2000" spc="-2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Gramothan,</a:t>
            </a:r>
            <a:r>
              <a:rPr b="1" dirty="0" sz="2000" spc="-1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 spc="-1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Jaipur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b="1" dirty="0" sz="18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(An</a:t>
            </a:r>
            <a:r>
              <a:rPr b="1" dirty="0" sz="1800" spc="-114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b="1" dirty="0" sz="1800" spc="-5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 spc="-1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b="1" dirty="0" sz="1800" spc="-10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 spc="-1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b="1" dirty="0" sz="1800" spc="-3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b="1" dirty="0" sz="1800" spc="-2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Rajasthan</a:t>
            </a:r>
            <a:r>
              <a:rPr b="1" dirty="0" sz="1800" spc="-5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 spc="-2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b="1" dirty="0" sz="1800" spc="-3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 spc="-1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University,</a:t>
            </a:r>
            <a:r>
              <a:rPr b="1" dirty="0" sz="1800" spc="-25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1800" spc="-1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Kota)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algn="l" marL="2766060" marR="3022600">
              <a:lnSpc>
                <a:spcPct val="100000"/>
              </a:lnSpc>
            </a:pPr>
            <a:r>
              <a:rPr b="1" dirty="0" sz="2800" spc="-1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Industrial</a:t>
            </a:r>
            <a:r>
              <a:rPr b="1" dirty="0" sz="2800" spc="-12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 sz="2800" spc="-2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Training </a:t>
            </a:r>
            <a:r>
              <a:rPr b="1" dirty="0" sz="2800" spc="-1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Presentation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algn="ctr" marL="2766060" marR="3022600">
              <a:lnSpc>
                <a:spcPct val="100000"/>
              </a:lnSpc>
            </a:pP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097152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/>
        </p:spPr>
      </p:pic>
      <p:sp>
        <p:nvSpPr>
          <p:cNvPr id="1048586" name="object 5"/>
          <p:cNvSpPr txBox="1"/>
          <p:nvPr/>
        </p:nvSpPr>
        <p:spPr>
          <a:xfrm>
            <a:off x="426497" y="4611830"/>
            <a:ext cx="3254375" cy="1240155"/>
          </a:xfrm>
          <a:prstGeom prst="rect"/>
        </p:spPr>
        <p:txBody>
          <a:bodyPr bIns="0" lIns="0" rIns="0" rtlCol="0" tIns="114300" vert="horz" wrap="square">
            <a:spAutoFit/>
          </a:bodyPr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b="1" dirty="0" sz="2000">
                <a:latin typeface="Times New Roman" panose="02020603050405020304"/>
                <a:cs typeface="Times New Roman" panose="02020603050405020304"/>
              </a:rPr>
              <a:t>Submitted</a:t>
            </a:r>
            <a:r>
              <a:rPr b="1" dirty="0" sz="2000" spc="-4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 spc="-25">
                <a:latin typeface="Times New Roman" panose="02020603050405020304"/>
                <a:cs typeface="Times New Roman" panose="02020603050405020304"/>
              </a:rPr>
              <a:t>To: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33000"/>
              </a:lnSpc>
            </a:pPr>
            <a:r>
              <a:rPr b="1" dirty="0" sz="2000">
                <a:latin typeface="Times New Roman" panose="02020603050405020304"/>
                <a:cs typeface="Times New Roman" panose="02020603050405020304"/>
              </a:rPr>
              <a:t>Name:-</a:t>
            </a:r>
            <a:r>
              <a:rPr b="1" dirty="0" sz="20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latin typeface="Times New Roman" panose="02020603050405020304"/>
                <a:cs typeface="Times New Roman" panose="02020603050405020304"/>
              </a:rPr>
              <a:t>Dr.</a:t>
            </a:r>
            <a:r>
              <a:rPr b="1" dirty="0" sz="20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>
                <a:latin typeface="Times New Roman" panose="02020603050405020304"/>
                <a:cs typeface="Times New Roman" panose="02020603050405020304"/>
              </a:rPr>
              <a:t>Meenakshi</a:t>
            </a:r>
            <a:r>
              <a:rPr b="1" dirty="0" sz="20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 spc="-10">
                <a:latin typeface="Times New Roman" panose="02020603050405020304"/>
                <a:cs typeface="Times New Roman" panose="02020603050405020304"/>
              </a:rPr>
              <a:t>Nawal </a:t>
            </a:r>
            <a:r>
              <a:rPr b="1" dirty="0" sz="2000">
                <a:latin typeface="Times New Roman" panose="02020603050405020304"/>
                <a:cs typeface="Times New Roman" panose="02020603050405020304"/>
              </a:rPr>
              <a:t>Ass</a:t>
            </a:r>
            <a:r>
              <a:rPr altLang="en-US" b="1" dirty="0" sz="2000" lang="en-US">
                <a:latin typeface="Times New Roman" panose="02020603050405020304"/>
                <a:cs typeface="Times New Roman" panose="02020603050405020304"/>
              </a:rPr>
              <a:t>ociate</a:t>
            </a:r>
            <a:r>
              <a:rPr b="1" dirty="0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000" spc="-10">
                <a:latin typeface="Times New Roman" panose="02020603050405020304"/>
                <a:cs typeface="Times New Roman" panose="02020603050405020304"/>
              </a:rPr>
              <a:t>Professor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87" name="object 6"/>
          <p:cNvSpPr txBox="1"/>
          <p:nvPr/>
        </p:nvSpPr>
        <p:spPr>
          <a:xfrm>
            <a:off x="2255400" y="2678534"/>
            <a:ext cx="8035925" cy="1435735"/>
          </a:xfrm>
          <a:prstGeom prst="rect"/>
        </p:spPr>
        <p:txBody>
          <a:bodyPr bIns="0" lIns="0" rIns="0" rtlCol="0" tIns="107950" vert="horz" wrap="square">
            <a:spAutoFit/>
          </a:bodyPr>
          <a:p>
            <a:r>
              <a:t>TOPIC:  EXIM 2D HR ERP</a:t>
            </a:r>
          </a:p>
        </p:txBody>
      </p:sp>
      <p:pic>
        <p:nvPicPr>
          <p:cNvPr id="2097153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10970907" y="174677"/>
            <a:ext cx="739221" cy="1200149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0979" y="218307"/>
            <a:ext cx="941768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b="1" dirty="0" sz="3200" spc="-1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Index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94" name="object 3"/>
          <p:cNvSpPr/>
          <p:nvPr/>
        </p:nvSpPr>
        <p:spPr>
          <a:xfrm>
            <a:off x="0" y="6615113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595" name="object 4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596" name="object 5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54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/>
        </p:spPr>
      </p:pic>
      <p:sp>
        <p:nvSpPr>
          <p:cNvPr id="1048597" name="object 7"/>
          <p:cNvSpPr txBox="1"/>
          <p:nvPr/>
        </p:nvSpPr>
        <p:spPr>
          <a:xfrm>
            <a:off x="2384228" y="1051176"/>
            <a:ext cx="3964940" cy="5072380"/>
          </a:xfrm>
          <a:prstGeom prst="rect"/>
        </p:spPr>
        <p:txBody>
          <a:bodyPr bIns="0" lIns="0" rIns="0" rtlCol="0" tIns="226060" vert="horz" wrap="square">
            <a:spAutoFit/>
          </a:bodyPr>
          <a:p>
            <a:pPr indent="-440055" marL="452755">
              <a:lnSpc>
                <a:spcPct val="100000"/>
              </a:lnSpc>
              <a:spcBef>
                <a:spcPts val="17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Company</a:t>
            </a:r>
            <a:r>
              <a:rPr b="1" dirty="0" sz="2800" spc="-12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 spc="-1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Certificate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 spc="-25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b="1" dirty="0" sz="2800" spc="-12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2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Used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>
                <a:latin typeface="Times New Roman" panose="02020603050405020304"/>
                <a:cs typeface="Times New Roman" panose="02020603050405020304"/>
              </a:rPr>
              <a:t>Goal</a:t>
            </a:r>
            <a:r>
              <a:rPr b="1" dirty="0" sz="2800" spc="-2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>
                <a:latin typeface="Times New Roman" panose="02020603050405020304"/>
                <a:cs typeface="Times New Roman" panose="02020603050405020304"/>
              </a:rPr>
              <a:t>of</a:t>
            </a:r>
            <a:r>
              <a:rPr b="1" dirty="0" sz="2800" spc="-7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Training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b="1" dirty="0" sz="2800" spc="-6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Overview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Working</a:t>
            </a:r>
            <a:r>
              <a:rPr b="1" dirty="0" sz="2800" spc="-15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Project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b="1" dirty="0" sz="2800" spc="-155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2800" spc="-10">
                <a:latin typeface="Times New Roman" panose="02020603050405020304"/>
                <a:cs typeface="Times New Roman" panose="02020603050405020304"/>
              </a:rPr>
              <a:t>Scope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indent="-440055" marL="452755">
              <a:lnSpc>
                <a:spcPct val="100000"/>
              </a:lnSpc>
              <a:spcBef>
                <a:spcPts val="1680"/>
              </a:spcBef>
              <a:buFont typeface="Calibri" panose="020F0502020204030204"/>
              <a:buAutoNum type="arabicPeriod"/>
              <a:tabLst>
                <a:tab algn="l" pos="452755"/>
              </a:tabLst>
            </a:pPr>
            <a:r>
              <a:rPr b="1" dirty="0" sz="2800" spc="-25">
                <a:latin typeface="Times New Roman" panose="02020603050405020304"/>
                <a:cs typeface="Times New Roman" panose="02020603050405020304"/>
              </a:rPr>
              <a:t>Q&amp;A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b="1" dirty="0" sz="320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Company </a:t>
            </a:r>
            <a:r>
              <a:rPr b="1" dirty="0" sz="3200" spc="-1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599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00" name="object 4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01" name="object 5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55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/>
        </p:spPr>
      </p:pic>
      <p:sp>
        <p:nvSpPr>
          <p:cNvPr id="1048602" name="object 7"/>
          <p:cNvSpPr txBox="1">
            <a:spLocks noGrp="1"/>
          </p:cNvSpPr>
          <p:nvPr>
            <p:ph type="body" idx="1"/>
          </p:nvPr>
        </p:nvSpPr>
        <p:spPr>
          <a:xfrm>
            <a:off x="2334003" y="1229482"/>
            <a:ext cx="9152255" cy="4693920"/>
          </a:xfrm>
          <a:prstGeom prst="rect"/>
        </p:spPr>
        <p:txBody>
          <a:bodyPr bIns="0" lIns="0" rIns="0" rtlCol="0" tIns="45720" vert="horz" wrap="square">
            <a:spAutoFit/>
          </a:bodyPr>
          <a:p>
            <a:r>
              <a:t>Exim 2D World Traders Pvt. Ltd. is a leading enterprise operating in global import-export trade, maritime cargo logistics, container fleet management, and large-scale highway civil infrastructure projects.</a:t>
            </a:r>
          </a:p>
          <a:p/>
          <a:p>
            <a:r>
              <a:t>The company operates major logistics and field project hubs across India—including JNPT Port Mumbai, Mundra Port Gujarat, Chennai Port Hub, Kolkata Logistics Center, and Corporate Headquarters in New Delhi.</a:t>
            </a:r>
          </a:p>
          <a:p/>
          <a:p>
            <a:r>
              <a:t>Exim 2D World Traders employs over 140+ multidisciplinary personnel comprising port logistics managers, customs clearance specialists, civil site engineers, and corporate management across multiple timezones.</a:t>
            </a:r>
          </a:p>
          <a:p/>
          <a:p>
            <a:r>
              <a:t>The software &amp; ERP division emphasizes digital workforce modernization, quality, and technology adoption, providing a strong platform for learning, skill development, and professional growth in modern Web Development.</a:t>
            </a:r>
          </a:p>
        </p:txBody>
      </p:sp>
      <p:pic>
        <p:nvPicPr>
          <p:cNvPr id="2097156" name="object 8"/>
          <p:cNvPicPr>
            <a:picLocks/>
          </p:cNvPicPr>
          <p:nvPr/>
        </p:nvPicPr>
        <p:blipFill>
          <a:blip xmlns:r="http://schemas.openxmlformats.org/officeDocument/2006/relationships" r:embed="rId3" cstate="print"/>
          <a:stretch>
            <a:fillRect/>
          </a:stretch>
        </p:blipFill>
        <p:spPr>
          <a:xfrm>
            <a:off x="8499835" y="5975088"/>
            <a:ext cx="3519339" cy="548118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2"/>
          <p:cNvSpPr/>
          <p:nvPr>
            <p:ph type="title"/>
          </p:nvPr>
        </p:nvSpPr>
        <p:spPr>
          <a:xfrm>
            <a:off x="510225" y="176077"/>
            <a:ext cx="11171548" cy="533400"/>
          </a:xfrm>
        </p:spPr>
        <p:txBody>
          <a:bodyPr/>
          <a:p>
            <a:endParaRPr lang="en-US"/>
          </a:p>
        </p:txBody>
      </p:sp>
      <p:pic>
        <p:nvPicPr>
          <p:cNvPr id="2097157" name="Picture 3" descr="Mahak-Internship-Letter_page-000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6985" y="-18415"/>
            <a:ext cx="12198985" cy="6876415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pic>
        <p:nvPicPr>
          <p:cNvPr id="2097158" name="Picture 7" descr="Backend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4445" y="-635"/>
            <a:ext cx="12179300" cy="6858635"/>
          </a:xfrm>
          <a:prstGeom prst="rect"/>
        </p:spPr>
      </p:pic>
      <p:sp>
        <p:nvSpPr>
          <p:cNvPr id="104860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-77"/>
            <a:ext cx="942022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dirty="0" sz="3200" spc="-25">
                <a:solidFill>
                  <a:srgbClr val="FFFFFF"/>
                </a:solidFill>
              </a:rPr>
              <a:t>Technology</a:t>
            </a:r>
            <a:r>
              <a:rPr dirty="0" sz="3200" spc="-9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Stack</a:t>
            </a:r>
            <a:r>
              <a:rPr dirty="0" sz="3200" spc="-90">
                <a:solidFill>
                  <a:srgbClr val="FFFFFF"/>
                </a:solidFill>
              </a:rPr>
              <a:t> </a:t>
            </a:r>
            <a:r>
              <a:rPr dirty="0" sz="3200" spc="-20">
                <a:solidFill>
                  <a:srgbClr val="FFFFFF"/>
                </a:solidFill>
              </a:rPr>
              <a:t>Used</a:t>
            </a:r>
            <a:endParaRPr sz="3200"/>
          </a:p>
        </p:txBody>
      </p:sp>
      <p:pic>
        <p:nvPicPr>
          <p:cNvPr id="2097159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244143" y="-116"/>
            <a:ext cx="1133474" cy="1200149"/>
          </a:xfrm>
          <a:prstGeom prst="rect"/>
        </p:spPr>
      </p:pic>
      <p:sp>
        <p:nvSpPr>
          <p:cNvPr id="1048609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b="1" dirty="0" sz="320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</a:t>
            </a:r>
            <a:r>
              <a:rPr b="1" dirty="0" sz="3200" spc="-15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320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b="1" dirty="0" sz="3200" spc="-65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3200" spc="-1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Training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611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12" name="object 4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13" name="object 5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60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546650" y="112764"/>
            <a:ext cx="1133475" cy="1200150"/>
          </a:xfrm>
          <a:prstGeom prst="rect"/>
        </p:spPr>
      </p:pic>
      <p:sp>
        <p:nvSpPr>
          <p:cNvPr id="1048614" name="object 7"/>
          <p:cNvSpPr txBox="1"/>
          <p:nvPr/>
        </p:nvSpPr>
        <p:spPr>
          <a:xfrm>
            <a:off x="2248467" y="1025130"/>
            <a:ext cx="9217025" cy="5612765"/>
          </a:xfrm>
          <a:prstGeom prst="rect"/>
        </p:spPr>
        <p:txBody>
          <a:bodyPr bIns="0" lIns="0" rIns="0" rtlCol="0" tIns="172085" vert="horz" wrap="square">
            <a:spAutoFit/>
          </a:bodyPr>
          <a:p>
            <a:r>
              <a:t>1. To gain hands-on experience with full-stack web development using modern decoupled architectures (React 19, Node.js, Express.js, MongoDB).</a:t>
            </a:r>
          </a:p>
          <a:p>
            <a:r>
              <a:t>2. To learn end-to-end enterprise project development, including shift biometrics, role-based workflows, and secure APIs using JWT.</a:t>
            </a:r>
          </a:p>
          <a:p>
            <a:r>
              <a:t>3. To design and implement a Dual-Persona portal separating Executive HR management and Staff Self-Service (ESS) within a single SPA.</a:t>
            </a:r>
          </a:p>
          <a:p>
            <a:r>
              <a:t>4. To develop professional skills such as effective teamwork, communication, and collaboration in an industrial project environment.</a:t>
            </a:r>
          </a:p>
          <a:p>
            <a:r>
              <a:t>5. To strengthen expertise in version control (Git &amp; GitHub), API testing, and deployment workflows while applying all skills to build EXIM 2D HR ERP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9" y="218362"/>
            <a:ext cx="942022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r>
              <a:t>EXIM 2D HR ERP Overview</a:t>
            </a:r>
          </a:p>
        </p:txBody>
      </p:sp>
      <p:sp>
        <p:nvSpPr>
          <p:cNvPr id="1048616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17" name="object 4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18" name="object 5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61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53472" y="174676"/>
            <a:ext cx="1133474" cy="1200149"/>
          </a:xfrm>
          <a:prstGeom prst="rect"/>
        </p:spPr>
      </p:pic>
      <p:sp>
        <p:nvSpPr>
          <p:cNvPr id="1048619" name="object 7"/>
          <p:cNvSpPr txBox="1"/>
          <p:nvPr/>
        </p:nvSpPr>
        <p:spPr>
          <a:xfrm>
            <a:off x="2334005" y="1271677"/>
            <a:ext cx="8989060" cy="5041900"/>
          </a:xfrm>
          <a:prstGeom prst="rect"/>
        </p:spPr>
        <p:txBody>
          <a:bodyPr bIns="0" lIns="0" rIns="0" rtlCol="0" tIns="88900" vert="horz" wrap="square">
            <a:spAutoFit/>
          </a:bodyPr>
          <a:p>
            <a:r>
              <a:t>The EXIM 2D HR ERP &amp; In-App AI Copilot Platform is an enterprise-grade full-stack web platform developed for Exim 2D World Traders Pvt. Ltd. to solve the challenge of managing a distributed global workforce across international shipping ports, civil infrastructure sites, and corporate offices.</a:t>
            </a:r>
          </a:p>
          <a:p/>
          <a:p>
            <a:r>
              <a:t>It operates on a dual-engine architecture combining an Executive HR Command Center (for real-time KPI tracking, biometric shift logs, payroll disbursements, and department management) with an Employee Self-Service (ESS) Portal (for shift clock-in, leave quotas, and digital payslips).</a:t>
            </a:r>
          </a:p>
          <a:p/>
          <a:p>
            <a:r>
              <a:t>The entire system is augmented by EXIM-AI, an intelligent conversational copilot that parses natural language queries and automatically surfaces one-click navigation actions for leaves, attendance, and port logistics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08175"/>
          </a:xfrm>
          <a:prstGeom prst="rect"/>
        </p:spPr>
        <p:txBody>
          <a:bodyPr bIns="0" lIns="0" rIns="0" rtlCol="0" tIns="174775" vert="horz" wrap="square">
            <a:spAutoFit/>
          </a:bodyPr>
          <a:p>
            <a:r>
              <a:t>SAMPLE HR DATASET SECTION</a:t>
            </a:r>
          </a:p>
        </p:txBody>
      </p:sp>
      <p:pic>
        <p:nvPicPr>
          <p:cNvPr id="2097162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1036" y="1370445"/>
            <a:ext cx="12170963" cy="544855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672296"/>
          </a:xfrm>
          <a:prstGeom prst="rect"/>
        </p:spPr>
        <p:txBody>
          <a:bodyPr bIns="0" lIns="0" rIns="0" rtlCol="0" tIns="138896" vert="horz" wrap="square">
            <a:spAutoFit/>
          </a:bodyPr>
          <a:p>
            <a:r>
              <a:t>GATEWAY SWITCHER SECTION</a:t>
            </a:r>
          </a:p>
        </p:txBody>
      </p:sp>
      <p:pic>
        <p:nvPicPr>
          <p:cNvPr id="2097163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6698" y="1298429"/>
            <a:ext cx="12165301" cy="555957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77749"/>
          </a:xfrm>
          <a:prstGeom prst="rect"/>
        </p:spPr>
        <p:txBody>
          <a:bodyPr bIns="0" lIns="0" rIns="0" rtlCol="0" tIns="244349" vert="horz" wrap="square">
            <a:spAutoFit/>
          </a:bodyPr>
          <a:p>
            <a:r>
              <a:t>LOGIN &amp; AUTH SECTION</a:t>
            </a:r>
          </a:p>
        </p:txBody>
      </p:sp>
      <p:pic>
        <p:nvPicPr>
          <p:cNvPr id="2097164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547605"/>
            <a:ext cx="12179031" cy="5310394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2968" y="36560"/>
            <a:ext cx="12164655" cy="6752859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/>
      </p:grpSpPr>
      <p:pic>
        <p:nvPicPr>
          <p:cNvPr id="2097166" name="Picture 3" descr="RAG-Pipeline-Flow-Chart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801033"/>
          </a:xfrm>
          <a:prstGeom prst="rect"/>
        </p:spPr>
        <p:txBody>
          <a:bodyPr bIns="0" lIns="0" rIns="0" rtlCol="0" tIns="267632" vert="horz" wrap="square">
            <a:spAutoFit/>
          </a:bodyPr>
          <a:p>
            <a:r>
              <a:t>ATTENDANCE BIOMETRICS SECTION</a:t>
            </a:r>
          </a:p>
        </p:txBody>
      </p:sp>
      <p:pic>
        <p:nvPicPr>
          <p:cNvPr id="2097167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355410"/>
            <a:ext cx="12192000" cy="5502589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866495"/>
          </a:xfrm>
          <a:prstGeom prst="rect"/>
        </p:spPr>
        <p:txBody>
          <a:bodyPr bIns="0" lIns="0" rIns="0" rtlCol="0" tIns="333094" vert="horz" wrap="square">
            <a:spAutoFit/>
          </a:bodyPr>
          <a:p>
            <a:r>
              <a:t>ENTERPRISE PAYROLL SECTION</a:t>
            </a:r>
          </a:p>
        </p:txBody>
      </p:sp>
      <p:pic>
        <p:nvPicPr>
          <p:cNvPr id="2097168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332986"/>
            <a:ext cx="12110381" cy="5525013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685248"/>
          </a:xfrm>
          <a:prstGeom prst="rect"/>
        </p:spPr>
        <p:txBody>
          <a:bodyPr bIns="0" lIns="0" rIns="0" rtlCol="0" tIns="151847" vert="horz" wrap="square">
            <a:spAutoFit/>
          </a:bodyPr>
          <a:p>
            <a:r>
              <a:t>EMPLOYEE SELF-SERVICE SECTION</a:t>
            </a:r>
          </a:p>
        </p:txBody>
      </p:sp>
      <p:pic>
        <p:nvPicPr>
          <p:cNvPr id="2097169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9681" y="1490448"/>
            <a:ext cx="12096653" cy="5327781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7466" y="290297"/>
            <a:ext cx="12164533" cy="6361963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225" y="176077"/>
            <a:ext cx="11171548" cy="761274"/>
          </a:xfrm>
          <a:prstGeom prst="rect"/>
        </p:spPr>
        <p:txBody>
          <a:bodyPr bIns="0" lIns="0" rIns="0" rtlCol="0" tIns="227874" vert="horz" wrap="square">
            <a:spAutoFit/>
          </a:bodyPr>
          <a:p>
            <a:r>
              <a:t>EXIM-AI COPILOT CHATBOT SECTION</a:t>
            </a:r>
          </a:p>
        </p:txBody>
      </p:sp>
      <p:pic>
        <p:nvPicPr>
          <p:cNvPr id="2097171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331567"/>
            <a:ext cx="12174924" cy="5519786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95582" y="382775"/>
            <a:ext cx="6466205" cy="546100"/>
          </a:xfrm>
          <a:prstGeom prst="rect"/>
        </p:spPr>
        <p:txBody>
          <a:bodyPr bIns="0" lIns="0" rIns="0" rtlCol="0" tIns="12700" vert="horz" wrap="square">
            <a:spAutoFit/>
          </a:bodyPr>
          <a:p>
            <a:r>
              <a:t>COLLEAGUE NETWORK SECTION</a:t>
            </a:r>
          </a:p>
        </p:txBody>
      </p:sp>
      <p:pic>
        <p:nvPicPr>
          <p:cNvPr id="2097172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6698" y="1359772"/>
            <a:ext cx="12165301" cy="5493492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5999" y="394737"/>
            <a:ext cx="3469640" cy="546100"/>
          </a:xfrm>
          <a:prstGeom prst="rect"/>
        </p:spPr>
        <p:txBody>
          <a:bodyPr bIns="0" lIns="0" rIns="0" rtlCol="0" tIns="12700" vert="horz" wrap="square">
            <a:spAutoFit/>
          </a:bodyPr>
          <a:p>
            <a:r>
              <a:t>CERTIFICATE - LAKSHAY CHANWARIYA</a:t>
            </a:r>
          </a:p>
        </p:txBody>
      </p:sp>
      <p:pic>
        <p:nvPicPr>
          <p:cNvPr id="2097173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26698" y="1307561"/>
            <a:ext cx="12151571" cy="5514359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6789" y="176077"/>
            <a:ext cx="2673985" cy="546100"/>
          </a:xfrm>
          <a:prstGeom prst="rect"/>
        </p:spPr>
        <p:txBody>
          <a:bodyPr bIns="0" lIns="0" rIns="0" rtlCol="0" tIns="12700" vert="horz" wrap="square">
            <a:spAutoFit/>
          </a:bodyPr>
          <a:p>
            <a:r>
              <a:t>API TESTING &amp; SYSTEM ARCHITECTURE</a:t>
            </a:r>
          </a:p>
        </p:txBody>
      </p:sp>
      <p:pic>
        <p:nvPicPr>
          <p:cNvPr id="2097174" name="object 3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0427" y="943223"/>
            <a:ext cx="12151572" cy="5904240"/>
          </a:xfrm>
          <a:prstGeom prst="rect"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61548" y="218363"/>
            <a:ext cx="9420225" cy="553085"/>
          </a:xfrm>
          <a:prstGeom prst="rect"/>
          <a:solidFill>
            <a:srgbClr val="C00000"/>
          </a:solidFill>
        </p:spPr>
        <p:txBody>
          <a:bodyPr bIns="0" lIns="0" rIns="0" rtlCol="0" tIns="70485" vert="horz" wrap="square">
            <a:spAutoFit/>
          </a:bodyPr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b="1" dirty="0" sz="320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b="1" dirty="0" sz="3200" spc="-105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 sz="3200" spc="-1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Scope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8631" name="object 3"/>
          <p:cNvSpPr/>
          <p:nvPr/>
        </p:nvSpPr>
        <p:spPr>
          <a:xfrm>
            <a:off x="0" y="6616780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2000" y="230244"/>
                </a:moveTo>
                <a:lnTo>
                  <a:pt x="0" y="230244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30244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32" name="object 4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33" name="object 5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5" name="object 6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173751" y="20218"/>
            <a:ext cx="1133474" cy="1200149"/>
          </a:xfrm>
          <a:prstGeom prst="rect"/>
        </p:spPr>
      </p:pic>
      <p:sp>
        <p:nvSpPr>
          <p:cNvPr id="1048634" name="object 7"/>
          <p:cNvSpPr txBox="1"/>
          <p:nvPr/>
        </p:nvSpPr>
        <p:spPr>
          <a:xfrm>
            <a:off x="2334004" y="1229482"/>
            <a:ext cx="8139430" cy="5341620"/>
          </a:xfrm>
          <a:prstGeom prst="rect"/>
        </p:spPr>
        <p:txBody>
          <a:bodyPr bIns="0" lIns="0" rIns="0" rtlCol="0" tIns="12700" vert="horz" wrap="square">
            <a:spAutoFit/>
          </a:bodyPr>
          <a:p>
            <a:r>
              <a:t>1. Real-Time IoT Geofencing for Automated Port Punch-In.</a:t>
            </a:r>
          </a:p>
          <a:p/>
          <a:p>
            <a:r>
              <a:t>2. Direct Corporate Banking Gateway Sync (Automated Salary Disbursal).</a:t>
            </a:r>
          </a:p>
          <a:p/>
          <a:p>
            <a:r>
              <a:t>3. LLM Compliance &amp; Cross-Border Employment Contract Generation.</a:t>
            </a:r>
          </a:p>
          <a:p/>
          <a:p>
            <a:r>
              <a:t>4. Predictive Attrition &amp; Seasonal Workforce Absence Forecasting.</a:t>
            </a:r>
          </a:p>
          <a:p/>
          <a:p>
            <a:r>
              <a:t>5. Hardware Biometric Fingerprint &amp; Facial Terminal Integration.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object 2"/>
          <p:cNvSpPr/>
          <p:nvPr/>
        </p:nvSpPr>
        <p:spPr>
          <a:xfrm>
            <a:off x="0" y="6615113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36" name="object 3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37" name="object 4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6" name="object 5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/>
        </p:spPr>
      </p:pic>
      <p:sp>
        <p:nvSpPr>
          <p:cNvPr id="1048638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63686" y="2344396"/>
            <a:ext cx="2529205" cy="1092201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720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Q</a:t>
            </a:r>
            <a:r>
              <a:rPr b="1" dirty="0" sz="7200" spc="-45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dirty="0" sz="720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b="1" dirty="0" sz="7200" spc="-32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dirty="0" sz="7200" spc="-5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7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object 2"/>
          <p:cNvSpPr/>
          <p:nvPr/>
        </p:nvSpPr>
        <p:spPr>
          <a:xfrm>
            <a:off x="0" y="6615113"/>
            <a:ext cx="12192000" cy="230504"/>
          </a:xfrm>
          <a:custGeom>
            <a:avLst/>
            <a:ahLst/>
            <a:rect l="l" t="t" r="r" b="b"/>
            <a:pathLst>
              <a:path w="12192000" h="230504">
                <a:moveTo>
                  <a:pt x="12191999" y="230186"/>
                </a:moveTo>
                <a:lnTo>
                  <a:pt x="0" y="230186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30186"/>
                </a:lnTo>
                <a:close/>
              </a:path>
            </a:pathLst>
          </a:custGeom>
          <a:solidFill>
            <a:srgbClr val="C00000"/>
          </a:solidFill>
        </p:spPr>
        <p:txBody>
          <a:bodyPr bIns="0" lIns="0" rIns="0" rtlCol="0" tIns="0" wrap="square"/>
          <a:p/>
        </p:txBody>
      </p:sp>
      <p:sp>
        <p:nvSpPr>
          <p:cNvPr id="1048640" name="object 3"/>
          <p:cNvSpPr txBox="1"/>
          <p:nvPr/>
        </p:nvSpPr>
        <p:spPr>
          <a:xfrm>
            <a:off x="73025" y="6619971"/>
            <a:ext cx="80264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2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SKIT,</a:t>
            </a:r>
            <a:r>
              <a:rPr b="1" dirty="0" sz="1200" spc="-35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JAIPUR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48641" name="object 4"/>
          <p:cNvSpPr txBox="1"/>
          <p:nvPr/>
        </p:nvSpPr>
        <p:spPr>
          <a:xfrm>
            <a:off x="6686575" y="6619971"/>
            <a:ext cx="962660" cy="3683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 spc="-10">
                <a:solidFill>
                  <a:srgbClr val="FFFFFF"/>
                </a:solidFill>
                <a:latin typeface="Calibri" panose="020F0502020204030204"/>
                <a:cs typeface="Calibri" panose="020F0502020204030204"/>
                <a:hlinkClick r:id="rId1"/>
              </a:rPr>
              <a:t>www.skit.ac.in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097177" name="object 5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353473" y="174676"/>
            <a:ext cx="1133474" cy="1200149"/>
          </a:xfrm>
          <a:prstGeom prst="rect"/>
        </p:spPr>
      </p:pic>
      <p:sp>
        <p:nvSpPr>
          <p:cNvPr id="1048642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068555" y="2304641"/>
            <a:ext cx="2717800" cy="21717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 sz="7200" spc="-1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Thank </a:t>
            </a:r>
            <a:r>
              <a:rPr b="1" dirty="0" sz="7200" spc="-375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b="1" dirty="0" sz="7200" spc="15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ou</a:t>
            </a:r>
            <a:endParaRPr sz="7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Sample_PPT.pptx</dc:title>
  <dc:creator>SM-G781B</dc:creator>
  <cp:lastModifiedBy>Mahak Kataria</cp:lastModifiedBy>
  <dcterms:created xsi:type="dcterms:W3CDTF">2026-07-27T17:38:00Z</dcterms:created>
  <dcterms:modified xsi:type="dcterms:W3CDTF">2026-07-30T04:43:27Z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2026-07-28T11:00:00Z</vt:filetime>
  </property>
  <property fmtid="{D5CDD505-2E9C-101B-9397-08002B2CF9AE}" pid="4" name="Creator">
    <vt:lpwstr>Google</vt:lpwstr>
  </property>
  <property fmtid="{D5CDD505-2E9C-101B-9397-08002B2CF9AE}" pid="5" name="LastSaved">
    <vt:filetime>2026-07-28T11:00:00Z</vt:filetime>
  </property>
  <property fmtid="{D5CDD505-2E9C-101B-9397-08002B2CF9AE}" pid="6" name="KSOProductBuildVer">
    <vt:lpwstr>1033-12.1.0.27458</vt:lpwstr>
  </property>
  <property fmtid="{D5CDD505-2E9C-101B-9397-08002B2CF9AE}" pid="7" name="ICV">
    <vt:lpwstr>c2ba41877c0a48e39740030fcf22fa4a_23</vt:lpwstr>
  </property>
</Properties>
</file>